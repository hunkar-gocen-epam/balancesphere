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the tone: confident, human, impactful.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this land. This is the core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tension: Everything looks green. All systems healthy.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core. These are real patterns we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insight. This is what we're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behind PULSE. These are the 8 pressures our team identified.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positioning. We're not adding surveillance. We're adding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key differentiation. Bot-first, not dashboard-first.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it all connects. EPAM's AI (DIAL/ELITEA) powers the natural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bot experience. This is what makes it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key: we don't just notify, we provide actionable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solves the "vacation anxiety" problem. PULSE does the prep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return experience is just as important as leaving.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isolation is invisible. PULSE catches it before it becomes loneliness.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is key. Manager gets a nudge, not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before/after that makes the case. Real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memorable line. Repeat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 win: employee, manager,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it's realistic. Phase 1 is 6 weeks with 2-3 engineers.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surveillance concern head-on. We're not Big Brother.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this because we need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This is the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Let it sit.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The Invisible Safety Net</dc:title>
  <dc:subject>PptxGenJS Presentation</dc:subject>
  <dc:creator>Created by Marp</dc:creator>
  <cp:lastModifiedBy>Created by Marp</cp:lastModifiedBy>
  <cp:revision>1</cp:revision>
  <dcterms:created xsi:type="dcterms:W3CDTF">2025-12-03T19:53:46Z</dcterms:created>
  <dcterms:modified xsi:type="dcterms:W3CDTF">2025-12-03T19:53:46Z</dcterms:modified>
</cp:coreProperties>
</file>